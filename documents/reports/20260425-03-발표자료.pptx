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_slide 1: 표지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_slide 2: 문제 정의 &amp; 가설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_slide 3: 1차 결과: 가설 입증 실패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_slide 4: 진단: 7개 결함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_slide 5: 결정적 결함 P1·P2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_slide 6: 다른 결함 요약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_slide 7: 해결: DSC 엔진 v3.2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_slide 8: 정식 결과 1: 산점도 회복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_slide 9: 정식 결과 2: 부호 반전 회복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_slide 10: 정식 결과 3: 등급 비교 가능성 회복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_slide 11: 잔여 한계 &amp; 정직한 보고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_slide 12: 결론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_slide 13: Q&amp;A 대비 보조 자료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DSC 점수가 ML 성능을 예측하는가?</dc:title>
  <dc:subject>PptxGenJS Presentation</dc:subject>
  <dc:creator>Created by Marp</dc:creator>
  <cp:lastModifiedBy>Created by Marp</cp:lastModifiedBy>
  <cp:revision>1</cp:revision>
  <dcterms:created xsi:type="dcterms:W3CDTF">2026-04-25T09:21:36Z</dcterms:created>
  <dcterms:modified xsi:type="dcterms:W3CDTF">2026-04-25T09:21:36Z</dcterms:modified>
</cp:coreProperties>
</file>