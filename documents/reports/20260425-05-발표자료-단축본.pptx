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_slide 1: 표지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_slide 2: 1차 시도와 진단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_slide 3: 결정적 결함 P1·P2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_slide 4: 해결: DSC 엔진 v3.2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_slide 5: 정식 결과: 가설 입증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_slide 6: 결론 + 교훈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DSC 점수가 ML 성능을 예측하는가?</dc:title>
  <dc:subject>PptxGenJS Presentation</dc:subject>
  <dc:creator>Created by Marp</dc:creator>
  <cp:lastModifiedBy>Created by Marp</cp:lastModifiedBy>
  <cp:revision>1</cp:revision>
  <dcterms:created xsi:type="dcterms:W3CDTF">2026-04-25T10:22:38Z</dcterms:created>
  <dcterms:modified xsi:type="dcterms:W3CDTF">2026-04-25T10:22:38Z</dcterms:modified>
</cp:coreProperties>
</file>